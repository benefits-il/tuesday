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75" d="100"/>
          <a:sy n="75" d="100"/>
        </p:scale>
        <p:origin x="1890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07E2E-E90F-252F-857D-4C24F73BE5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796914-4CF5-35A6-EAF9-D293A94817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399EE-B6AB-69C8-FA06-C700685B1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4E177-9D95-436F-9DD1-E75F5F631DBE}" type="datetimeFigureOut">
              <a:rPr lang="he-IL" smtClean="0"/>
              <a:t>ט'/תמוז/תשפ"ו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31CEE-A1A0-D39A-270D-945C993B2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04C4F-20AF-821C-A6B9-9D30ED81E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7FBE3-1015-4489-8A07-65E9072B1D1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30095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43C4C-0D21-7D46-A744-5E36AE391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0C7C5-74FC-FB5A-ED8C-336E9223D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C3E7F-1CB2-677A-C962-CCE7A0E0F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4E177-9D95-436F-9DD1-E75F5F631DBE}" type="datetimeFigureOut">
              <a:rPr lang="he-IL" smtClean="0"/>
              <a:t>ט'/תמוז/תשפ"ו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08D74-6314-3A3C-A5DA-75EE81C41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50DD9-720F-9B69-3128-12D4B1805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7FBE3-1015-4489-8A07-65E9072B1D1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42051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D300C-2250-3DBE-335D-95495FFE2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BCC6E-5321-C427-6EBE-3D087F704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2D56A-F028-1C56-AFEB-151300639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4E177-9D95-436F-9DD1-E75F5F631DBE}" type="datetimeFigureOut">
              <a:rPr lang="he-IL" smtClean="0"/>
              <a:t>ט'/תמוז/תשפ"ו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C496E-42EA-7760-EF03-E6A856BE6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DC3E9-7830-998B-B0A7-6119CE50C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7FBE3-1015-4489-8A07-65E9072B1D1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22012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80763-7914-B206-78F7-6E1AEB2B9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5BFA9-8C0F-9C32-32D4-838BAF78A0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FDF768-01E6-C863-41F7-36182C729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5629F-ED7A-E331-6128-7468A1D01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4E177-9D95-436F-9DD1-E75F5F631DBE}" type="datetimeFigureOut">
              <a:rPr lang="he-IL" smtClean="0"/>
              <a:t>ט'/תמוז/תשפ"ו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C10C3-6B56-FA99-0699-9CAE85C52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EDF658-2CB8-4681-E358-9963C01A1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7FBE3-1015-4489-8A07-65E9072B1D1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47875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DA99E-E72A-AEBA-45BF-B13233F68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8B9FD-C541-9D1B-2B76-0FB059800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24B5BE-BB14-2E04-6858-5C68E78847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8EE592-F83D-8AF8-2A59-A4044BE6F6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9CBBAC-AF3B-15DC-B163-B5585B8A1C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1612C6-7587-5987-1054-5D62A2182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4E177-9D95-436F-9DD1-E75F5F631DBE}" type="datetimeFigureOut">
              <a:rPr lang="he-IL" smtClean="0"/>
              <a:t>ט'/תמוז/תשפ"ו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F77E94-2266-E7DB-C430-CF9F0E0F8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0824BA-F7CE-818C-8571-BEB3AD37C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7FBE3-1015-4489-8A07-65E9072B1D1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19979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C26AC-C163-9E14-B3FC-57ED6B07D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261F3F-3485-8885-E2C4-2F4B02883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4E177-9D95-436F-9DD1-E75F5F631DBE}" type="datetimeFigureOut">
              <a:rPr lang="he-IL" smtClean="0"/>
              <a:t>ט'/תמוז/תשפ"ו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66F14E-701E-03B4-C7BA-A7BD14AB8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6198C9-30A3-24B4-1E35-834FE5B75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7FBE3-1015-4489-8A07-65E9072B1D1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66399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734117-76FA-F982-594C-8C39E3376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4E177-9D95-436F-9DD1-E75F5F631DBE}" type="datetimeFigureOut">
              <a:rPr lang="he-IL" smtClean="0"/>
              <a:t>ט'/תמוז/תשפ"ו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1DABD6-7C63-7949-63CD-3224C1142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618E4-0DC0-735E-80BF-782A18B44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7FBE3-1015-4489-8A07-65E9072B1D1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8993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72B6A-4670-E42B-517F-5CD6BA746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A473F-3F01-20DA-729C-178A7218A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91413-422A-A39B-EDAA-690229A09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8018D0-4896-6B46-67CE-220C72A6B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4E177-9D95-436F-9DD1-E75F5F631DBE}" type="datetimeFigureOut">
              <a:rPr lang="he-IL" smtClean="0"/>
              <a:t>ט'/תמוז/תשפ"ו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A68C7C-829E-63B9-9D9E-3CCB2EC29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BAF446-BC45-7FE8-6BAB-AB0E50632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7FBE3-1015-4489-8A07-65E9072B1D1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43006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0F6AF-E157-D61F-A300-FB44BBA39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7587EE-1390-27A7-CB82-B34FA1F02B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BF684E-CC32-B27E-212F-E3C591024C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CF77FF-BD54-BAFD-BC65-295E5649C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4E177-9D95-436F-9DD1-E75F5F631DBE}" type="datetimeFigureOut">
              <a:rPr lang="he-IL" smtClean="0"/>
              <a:t>ט'/תמוז/תשפ"ו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AB83F-3FC0-886F-F30E-55037CE2D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21E73-9AEF-D7C5-ADD6-C377DBBFD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7FBE3-1015-4489-8A07-65E9072B1D1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14352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A09AB-97E3-9452-4005-EB96BA647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C95F05-50C4-5C3F-063D-31C1AF4B00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B6271-4C07-FA0D-58A6-B3ECA830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4E177-9D95-436F-9DD1-E75F5F631DBE}" type="datetimeFigureOut">
              <a:rPr lang="he-IL" smtClean="0"/>
              <a:t>ט'/תמוז/תשפ"ו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5C886-4C44-E567-4FF1-126FAA383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CB3CB-2493-1133-F255-39ABFDC03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7FBE3-1015-4489-8A07-65E9072B1D1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73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F5D095-E210-03C6-5C82-94CA0ADB5E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E673AD-8802-5E41-03AE-F1B81F91B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C5C93-9A71-D101-6060-9787290E0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4E177-9D95-436F-9DD1-E75F5F631DBE}" type="datetimeFigureOut">
              <a:rPr lang="he-IL" smtClean="0"/>
              <a:t>ט'/תמוז/תשפ"ו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AF3F1-B3BE-333D-11B4-19E70ADF9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136A1-4D3E-02D6-EF78-90E87205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7FBE3-1015-4489-8A07-65E9072B1D1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44961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7F9A8B-B7E1-7D21-F1E4-F7E97C650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1D0D36-1E86-B023-A6C3-DE88A7106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8C904-C0C6-E0E8-711E-AEE7DA25A2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C4E177-9D95-436F-9DD1-E75F5F631DBE}" type="datetimeFigureOut">
              <a:rPr lang="he-IL" smtClean="0"/>
              <a:t>ט'/תמוז/תשפ"ו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15636-1396-6EF0-110C-DECF192DB5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C51CA-8569-551F-3879-AC6FCEF662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27FBE3-1015-4489-8A07-65E9072B1D1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86298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5878C1C8-AD0A-1EBA-8838-787DB77F7FE2}"/>
              </a:ext>
            </a:extLst>
          </p:cNvPr>
          <p:cNvGrpSpPr/>
          <p:nvPr/>
        </p:nvGrpSpPr>
        <p:grpSpPr>
          <a:xfrm>
            <a:off x="4090604" y="1008026"/>
            <a:ext cx="3752715" cy="5221578"/>
            <a:chOff x="3938204" y="436526"/>
            <a:chExt cx="3752715" cy="522157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4EE4C14-7ACC-6493-68A5-5CD989181DDF}"/>
                </a:ext>
              </a:extLst>
            </p:cNvPr>
            <p:cNvSpPr/>
            <p:nvPr/>
          </p:nvSpPr>
          <p:spPr>
            <a:xfrm>
              <a:off x="3938204" y="1474056"/>
              <a:ext cx="3752715" cy="4184048"/>
            </a:xfrm>
            <a:custGeom>
              <a:avLst/>
              <a:gdLst>
                <a:gd name="csX0" fmla="*/ 2778132 w 3752715"/>
                <a:gd name="csY0" fmla="*/ 689567 h 4184048"/>
                <a:gd name="csX1" fmla="*/ 2777117 w 3752715"/>
                <a:gd name="csY1" fmla="*/ 729859 h 4184048"/>
                <a:gd name="csX2" fmla="*/ 2777073 w 3752715"/>
                <a:gd name="csY2" fmla="*/ 4138489 h 4184048"/>
                <a:gd name="csX3" fmla="*/ 2777073 w 3752715"/>
                <a:gd name="csY3" fmla="*/ 4177455 h 4184048"/>
                <a:gd name="csX4" fmla="*/ 2773299 w 3752715"/>
                <a:gd name="csY4" fmla="*/ 4180841 h 4184048"/>
                <a:gd name="csX5" fmla="*/ 2770928 w 3752715"/>
                <a:gd name="csY5" fmla="*/ 4182737 h 4184048"/>
                <a:gd name="csX6" fmla="*/ 1013940 w 3752715"/>
                <a:gd name="csY6" fmla="*/ 4184048 h 4184048"/>
                <a:gd name="csX7" fmla="*/ 982947 w 3752715"/>
                <a:gd name="csY7" fmla="*/ 4183143 h 4184048"/>
                <a:gd name="csX8" fmla="*/ 974352 w 3752715"/>
                <a:gd name="csY8" fmla="*/ 4178312 h 4184048"/>
                <a:gd name="csX9" fmla="*/ 974352 w 3752715"/>
                <a:gd name="csY9" fmla="*/ 684135 h 4184048"/>
                <a:gd name="csX10" fmla="*/ 0 w 3752715"/>
                <a:gd name="csY10" fmla="*/ 684135 h 4184048"/>
                <a:gd name="csX11" fmla="*/ 20937 w 3752715"/>
                <a:gd name="csY11" fmla="*/ 661203 h 4184048"/>
                <a:gd name="csX12" fmla="*/ 245130 w 3752715"/>
                <a:gd name="csY12" fmla="*/ 455586 h 4184048"/>
                <a:gd name="csX13" fmla="*/ 499372 w 3752715"/>
                <a:gd name="csY13" fmla="*/ 220434 h 4184048"/>
                <a:gd name="csX14" fmla="*/ 724600 w 3752715"/>
                <a:gd name="csY14" fmla="*/ 16293 h 4184048"/>
                <a:gd name="csX15" fmla="*/ 765809 w 3752715"/>
                <a:gd name="csY15" fmla="*/ 0 h 4184048"/>
                <a:gd name="csX16" fmla="*/ 1597787 w 3752715"/>
                <a:gd name="csY16" fmla="*/ 352 h 4184048"/>
                <a:gd name="csX17" fmla="*/ 1622639 w 3752715"/>
                <a:gd name="csY17" fmla="*/ 352 h 4184048"/>
                <a:gd name="csX18" fmla="*/ 1622639 w 3752715"/>
                <a:gd name="csY18" fmla="*/ 2898322 h 4184048"/>
                <a:gd name="csX19" fmla="*/ 2125242 w 3752715"/>
                <a:gd name="csY19" fmla="*/ 2898322 h 4184048"/>
                <a:gd name="csX20" fmla="*/ 2125242 w 3752715"/>
                <a:gd name="csY20" fmla="*/ 2046 h 4184048"/>
                <a:gd name="csX21" fmla="*/ 2158785 w 3752715"/>
                <a:gd name="csY21" fmla="*/ 415 h 4184048"/>
                <a:gd name="csX22" fmla="*/ 2981451 w 3752715"/>
                <a:gd name="csY22" fmla="*/ 55 h 4184048"/>
                <a:gd name="csX23" fmla="*/ 3025944 w 3752715"/>
                <a:gd name="csY23" fmla="*/ 15836 h 4184048"/>
                <a:gd name="csX24" fmla="*/ 3700529 w 3752715"/>
                <a:gd name="csY24" fmla="*/ 634476 h 4184048"/>
                <a:gd name="csX25" fmla="*/ 3752715 w 3752715"/>
                <a:gd name="csY25" fmla="*/ 683357 h 4184048"/>
                <a:gd name="csX26" fmla="*/ 2784660 w 3752715"/>
                <a:gd name="csY26" fmla="*/ 683731 h 4184048"/>
                <a:gd name="csX27" fmla="*/ 2778132 w 3752715"/>
                <a:gd name="csY27" fmla="*/ 689567 h 41840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3752715" h="4184048">
                  <a:moveTo>
                    <a:pt x="2778132" y="689567"/>
                  </a:moveTo>
                  <a:cubicBezTo>
                    <a:pt x="2777779" y="702998"/>
                    <a:pt x="2777117" y="716429"/>
                    <a:pt x="2777117" y="729859"/>
                  </a:cubicBezTo>
                  <a:cubicBezTo>
                    <a:pt x="2777069" y="1866069"/>
                    <a:pt x="2777073" y="3002279"/>
                    <a:pt x="2777073" y="4138489"/>
                  </a:cubicBezTo>
                  <a:cubicBezTo>
                    <a:pt x="2777073" y="4151882"/>
                    <a:pt x="2777073" y="4165275"/>
                    <a:pt x="2777073" y="4177455"/>
                  </a:cubicBezTo>
                  <a:cubicBezTo>
                    <a:pt x="2774808" y="4179490"/>
                    <a:pt x="2774065" y="4180179"/>
                    <a:pt x="2773299" y="4180841"/>
                  </a:cubicBezTo>
                  <a:cubicBezTo>
                    <a:pt x="2772520" y="4181514"/>
                    <a:pt x="2771719" y="4182736"/>
                    <a:pt x="2770928" y="4182737"/>
                  </a:cubicBezTo>
                  <a:cubicBezTo>
                    <a:pt x="2185265" y="4183240"/>
                    <a:pt x="1599603" y="4183665"/>
                    <a:pt x="1013940" y="4184048"/>
                  </a:cubicBezTo>
                  <a:cubicBezTo>
                    <a:pt x="1003607" y="4184055"/>
                    <a:pt x="993266" y="4183682"/>
                    <a:pt x="982947" y="4183143"/>
                  </a:cubicBezTo>
                  <a:cubicBezTo>
                    <a:pt x="981137" y="4183048"/>
                    <a:pt x="979416" y="4181238"/>
                    <a:pt x="974352" y="4178312"/>
                  </a:cubicBezTo>
                  <a:cubicBezTo>
                    <a:pt x="974352" y="3015530"/>
                    <a:pt x="974352" y="1850860"/>
                    <a:pt x="974352" y="684135"/>
                  </a:cubicBezTo>
                  <a:cubicBezTo>
                    <a:pt x="649569" y="684135"/>
                    <a:pt x="328092" y="684135"/>
                    <a:pt x="0" y="684135"/>
                  </a:cubicBezTo>
                  <a:cubicBezTo>
                    <a:pt x="9522" y="673637"/>
                    <a:pt x="14745" y="666893"/>
                    <a:pt x="20937" y="661203"/>
                  </a:cubicBezTo>
                  <a:cubicBezTo>
                    <a:pt x="95599" y="592589"/>
                    <a:pt x="170566" y="524306"/>
                    <a:pt x="245130" y="455586"/>
                  </a:cubicBezTo>
                  <a:cubicBezTo>
                    <a:pt x="330016" y="377352"/>
                    <a:pt x="414255" y="298414"/>
                    <a:pt x="499372" y="220434"/>
                  </a:cubicBezTo>
                  <a:cubicBezTo>
                    <a:pt x="574083" y="151988"/>
                    <a:pt x="649810" y="84653"/>
                    <a:pt x="724600" y="16293"/>
                  </a:cubicBezTo>
                  <a:cubicBezTo>
                    <a:pt x="736783" y="5158"/>
                    <a:pt x="748936" y="-30"/>
                    <a:pt x="765809" y="0"/>
                  </a:cubicBezTo>
                  <a:cubicBezTo>
                    <a:pt x="1043134" y="495"/>
                    <a:pt x="1320461" y="352"/>
                    <a:pt x="1597787" y="352"/>
                  </a:cubicBezTo>
                  <a:cubicBezTo>
                    <a:pt x="1604861" y="352"/>
                    <a:pt x="1611935" y="352"/>
                    <a:pt x="1622639" y="352"/>
                  </a:cubicBezTo>
                  <a:cubicBezTo>
                    <a:pt x="1622639" y="967205"/>
                    <a:pt x="1622639" y="1931917"/>
                    <a:pt x="1622639" y="2898322"/>
                  </a:cubicBezTo>
                  <a:cubicBezTo>
                    <a:pt x="1791371" y="2898322"/>
                    <a:pt x="1956471" y="2898322"/>
                    <a:pt x="2125242" y="2898322"/>
                  </a:cubicBezTo>
                  <a:cubicBezTo>
                    <a:pt x="2125242" y="1933497"/>
                    <a:pt x="2125242" y="968800"/>
                    <a:pt x="2125242" y="2046"/>
                  </a:cubicBezTo>
                  <a:cubicBezTo>
                    <a:pt x="2138755" y="1363"/>
                    <a:pt x="2148770" y="418"/>
                    <a:pt x="2158785" y="415"/>
                  </a:cubicBezTo>
                  <a:cubicBezTo>
                    <a:pt x="2433007" y="335"/>
                    <a:pt x="2707230" y="477"/>
                    <a:pt x="2981451" y="55"/>
                  </a:cubicBezTo>
                  <a:cubicBezTo>
                    <a:pt x="2998894" y="28"/>
                    <a:pt x="3012503" y="3476"/>
                    <a:pt x="3025944" y="15836"/>
                  </a:cubicBezTo>
                  <a:cubicBezTo>
                    <a:pt x="3250535" y="222344"/>
                    <a:pt x="3475604" y="428332"/>
                    <a:pt x="3700529" y="634476"/>
                  </a:cubicBezTo>
                  <a:cubicBezTo>
                    <a:pt x="3716258" y="648893"/>
                    <a:pt x="3731684" y="663641"/>
                    <a:pt x="3752715" y="683357"/>
                  </a:cubicBezTo>
                  <a:cubicBezTo>
                    <a:pt x="3427214" y="683357"/>
                    <a:pt x="3108186" y="683357"/>
                    <a:pt x="2784660" y="683731"/>
                  </a:cubicBezTo>
                  <a:cubicBezTo>
                    <a:pt x="2779484" y="685926"/>
                    <a:pt x="2778808" y="687746"/>
                    <a:pt x="2778132" y="689567"/>
                  </a:cubicBezTo>
                  <a:close/>
                </a:path>
              </a:pathLst>
            </a:custGeom>
            <a:solidFill>
              <a:srgbClr val="FDB913"/>
            </a:solidFill>
            <a:ln w="3102" cap="flat">
              <a:noFill/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6A29572-5B53-7110-9251-96C55A82F224}"/>
                </a:ext>
              </a:extLst>
            </p:cNvPr>
            <p:cNvSpPr/>
            <p:nvPr/>
          </p:nvSpPr>
          <p:spPr>
            <a:xfrm>
              <a:off x="5138268" y="436526"/>
              <a:ext cx="1351823" cy="619787"/>
            </a:xfrm>
            <a:custGeom>
              <a:avLst/>
              <a:gdLst>
                <a:gd name="csX0" fmla="*/ 458334 w 1351823"/>
                <a:gd name="csY0" fmla="*/ 198503 h 619787"/>
                <a:gd name="csX1" fmla="*/ 675057 w 1351823"/>
                <a:gd name="csY1" fmla="*/ 0 h 619787"/>
                <a:gd name="csX2" fmla="*/ 1351823 w 1351823"/>
                <a:gd name="csY2" fmla="*/ 619787 h 619787"/>
                <a:gd name="csX3" fmla="*/ 0 w 1351823"/>
                <a:gd name="csY3" fmla="*/ 619787 h 619787"/>
                <a:gd name="csX4" fmla="*/ 227917 w 1351823"/>
                <a:gd name="csY4" fmla="*/ 409795 h 619787"/>
                <a:gd name="csX5" fmla="*/ 458334 w 1351823"/>
                <a:gd name="csY5" fmla="*/ 198503 h 6197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51823" h="619787">
                  <a:moveTo>
                    <a:pt x="458334" y="198503"/>
                  </a:moveTo>
                  <a:cubicBezTo>
                    <a:pt x="530801" y="132120"/>
                    <a:pt x="601652" y="67229"/>
                    <a:pt x="675057" y="0"/>
                  </a:cubicBezTo>
                  <a:cubicBezTo>
                    <a:pt x="899949" y="205957"/>
                    <a:pt x="1124120" y="411255"/>
                    <a:pt x="1351823" y="619787"/>
                  </a:cubicBezTo>
                  <a:cubicBezTo>
                    <a:pt x="900015" y="619787"/>
                    <a:pt x="452767" y="619787"/>
                    <a:pt x="0" y="619787"/>
                  </a:cubicBezTo>
                  <a:cubicBezTo>
                    <a:pt x="75833" y="546449"/>
                    <a:pt x="152835" y="479126"/>
                    <a:pt x="227917" y="409795"/>
                  </a:cubicBezTo>
                  <a:cubicBezTo>
                    <a:pt x="303938" y="339596"/>
                    <a:pt x="380431" y="269908"/>
                    <a:pt x="458334" y="198503"/>
                  </a:cubicBezTo>
                  <a:close/>
                </a:path>
              </a:pathLst>
            </a:custGeom>
            <a:solidFill>
              <a:srgbClr val="FDB914"/>
            </a:solidFill>
            <a:ln w="3102" cap="flat">
              <a:noFill/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D55205A-4508-4C2F-D0D8-1723A3A5EA76}"/>
                </a:ext>
              </a:extLst>
            </p:cNvPr>
            <p:cNvSpPr/>
            <p:nvPr/>
          </p:nvSpPr>
          <p:spPr>
            <a:xfrm>
              <a:off x="6717335" y="2158234"/>
              <a:ext cx="3037" cy="4786"/>
            </a:xfrm>
            <a:custGeom>
              <a:avLst/>
              <a:gdLst>
                <a:gd name="csX0" fmla="*/ 135 w 3037"/>
                <a:gd name="csY0" fmla="*/ 4787 h 4786"/>
                <a:gd name="csX1" fmla="*/ 2649 w 3037"/>
                <a:gd name="csY1" fmla="*/ 0 h 4786"/>
                <a:gd name="csX2" fmla="*/ 135 w 3037"/>
                <a:gd name="csY2" fmla="*/ 4787 h 47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037" h="4786">
                  <a:moveTo>
                    <a:pt x="135" y="4787"/>
                  </a:moveTo>
                  <a:cubicBezTo>
                    <a:pt x="-324" y="3568"/>
                    <a:pt x="353" y="1748"/>
                    <a:pt x="2649" y="0"/>
                  </a:cubicBezTo>
                  <a:cubicBezTo>
                    <a:pt x="3658" y="1726"/>
                    <a:pt x="2658" y="3097"/>
                    <a:pt x="135" y="4787"/>
                  </a:cubicBezTo>
                  <a:close/>
                </a:path>
              </a:pathLst>
            </a:custGeom>
            <a:solidFill>
              <a:srgbClr val="FFF7E5"/>
            </a:solidFill>
            <a:ln w="3102" cap="flat">
              <a:noFill/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161645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Akiva</dc:creator>
  <cp:lastModifiedBy>Ben Akiva</cp:lastModifiedBy>
  <cp:revision>1</cp:revision>
  <dcterms:created xsi:type="dcterms:W3CDTF">2026-06-24T09:31:08Z</dcterms:created>
  <dcterms:modified xsi:type="dcterms:W3CDTF">2026-06-24T10:08:29Z</dcterms:modified>
</cp:coreProperties>
</file>